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02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</a:t>
            </a:r>
            <a:endParaRPr lang="en-US" sz="3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Update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Chiranjeevi Venkata Shiva Ruthvik Savaram, Y247K345, 9/23/2026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Week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Prepared and delivered the scenario impact &amp; priority stability analysis presentation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CDC PLACES datasets for the analysis(Completed)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651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Explored structure, size, and data types of all 4 files (Completed)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Checked missing values across datasets (Completed)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Received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CDC PLACES files — health category only, nationwide as received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554480"/>
            <a:ext cx="237744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1554480"/>
            <a:ext cx="219456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0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0" y="1554480"/>
            <a:ext cx="2286000" cy="566928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326880" y="1554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2140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1214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Tract (GIS-Friendly)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212140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54880" y="21214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Tract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0" y="212140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32320" y="21214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72,337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0" y="2121408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326880" y="21214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68833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26883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for Better Health — Tract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26883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754880" y="26883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Tract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2320" y="2688336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13232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2,555,113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326880" y="2688336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326880" y="26883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25526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2552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for Better Health — Place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325526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754880" y="32552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/>
              <a:t>Census-designated place</a:t>
            </a:r>
          </a:p>
        </p:txBody>
      </p:sp>
      <p:sp>
        <p:nvSpPr>
          <p:cNvPr id="32" name="Shape 30"/>
          <p:cNvSpPr/>
          <p:nvPr/>
        </p:nvSpPr>
        <p:spPr>
          <a:xfrm>
            <a:off x="7132320" y="325526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132320" y="325526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2,054,768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26880" y="3255264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9326880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82219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48640" y="3822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ZCTA (GIS-Friendly)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754880" y="38221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754880" y="3822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/>
              <a:t>ZIP Code Tabulation Area</a:t>
            </a:r>
          </a:p>
        </p:txBody>
      </p:sp>
      <p:sp>
        <p:nvSpPr>
          <p:cNvPr id="40" name="Shape 38"/>
          <p:cNvSpPr/>
          <p:nvPr/>
        </p:nvSpPr>
        <p:spPr>
          <a:xfrm>
            <a:off x="7132320" y="3822192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132320" y="38221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32,409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26880" y="3822192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326880" y="3822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66344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868680" y="4800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chemeClr val="bg1"/>
                </a:solidFill>
              </a:rPr>
              <a:t>The Local Data files use a long-format structure, with one row per geographic-unit/measure pair. This is why their row counts are much larger — they are not one row per geographic area</a:t>
            </a:r>
            <a:r>
              <a:rPr lang="en-US" sz="1250" i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datasets currently provided cover the health category; the remaining project data categories will be incorporated as they become available.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Structure &amp; Exploration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fields — Census Tract file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StateAbbr / CountyName / TractFIPS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Identify the state, county, and census tract.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27249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TotalPopulation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Population associated with each tract.(Integer)</a:t>
            </a:r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36393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OBESITY_CrudePrev, DIABETES_CrudePrev,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ACCESS2_CrudePrev, BPHIGH_CrudePrev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Tract-level health/access measures.</a:t>
            </a:r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(float)</a:t>
            </a:r>
            <a:endParaRPr lang="en-US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6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31520" y="4553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Stores a geographic point for the tract, currently represented as a string.</a:t>
            </a:r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5577840" cy="4343400"/>
          </a:xfrm>
          <a:prstGeom prst="roundRect">
            <a:avLst>
              <a:gd name="adj" fmla="val 2105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63640" y="14630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data_files = list(data_folder.glob("*.csv"))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7602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0574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file in data_files: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3545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pd.read_csv(file, nrows=10)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651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print(file.name, len(df.columns))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9489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2461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count rows using 100000 row chunks from original dataset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5433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row_count = 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840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chunk in pd.read_csv(file,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1376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chunksize=100000):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4348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row_count += len(chunk)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47320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5029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missing-value counts use this same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53263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chunked pattern, summed per column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574243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large, so rows and missing values are counted in 100,000-row chunks rather than loading everything into memory. Used pandas only; the ArcGIS Python API has not been used at this stage.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check — Census Tract file (81 columns, 72,337 rows)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237744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949440" y="15544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26880" y="1554480"/>
            <a:ext cx="228600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326880" y="15544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Tracts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6400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084832"/>
            <a:ext cx="640080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ACCESS2_CrudePrev (and similar measures)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084832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949440" y="20848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208483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326880" y="20848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15184"/>
            <a:ext cx="6400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2615184"/>
            <a:ext cx="640080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CERVICAL_CrudePrev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2615184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6151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0" y="261518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326880" y="26151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45536"/>
            <a:ext cx="6400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48640" y="3145536"/>
            <a:ext cx="640080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COLON_SCREEN_CrudePrev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3145536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1455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0" y="3145536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326880" y="31455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675888"/>
            <a:ext cx="6400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3675888"/>
            <a:ext cx="640080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MAMMOUSE_CrudePrev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9440" y="3675888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949440" y="36758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26880" y="367588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326880" y="36758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206240"/>
            <a:ext cx="6400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48640" y="42062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TEETHLOST_CrudePrev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420624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949440" y="4206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326880" y="420624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9326880" y="4206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901184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68680" y="501091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concentrated in several health measures — for example, 4,165 tracts (5.8%) are missing ACCESS2 and many similar measures. CDC PLACES does not report estimates for some geographic units below a population threshold, but this hasn't yet been verified against every missing value in this file. No imputation or removal has been performed; that decision depends on which variables are ultimately selected for the suitability criteria.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 for Urban Food Production — Weekly Progress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Plans (9/30/2026)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Activities/Tasks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the Kansas City metro geographic scope using the official Census/OMB metropolitan area delineation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Shortlist candidate health variables relevant to the suitability criteria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any additional data categories (demographic, economic, built-environment, vacant land) if provided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defined project-area subset of the dataset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initial variable shortlist for the MCDM criteria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Filtered dataset subset, variable shortlist, progress presentation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 Code Used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row-count exploration</a:t>
            </a:r>
            <a:endParaRPr lang="en-US" sz="1150" dirty="0"/>
          </a:p>
        </p:txBody>
      </p:sp>
      <p:pic>
        <p:nvPicPr>
          <p:cNvPr id="5" name="Image 0" descr="/home/claude/pptx_work/shot_mai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394960" cy="5074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1234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counting (chunked)</a:t>
            </a:r>
            <a:endParaRPr lang="en-US" sz="1150" dirty="0"/>
          </a:p>
        </p:txBody>
      </p:sp>
      <p:pic>
        <p:nvPicPr>
          <p:cNvPr id="7" name="Image 1" descr="/home/claude/pptx_work/shot_missing_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08760"/>
            <a:ext cx="3429000" cy="32186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80760" y="4892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 for the project</a:t>
            </a:r>
            <a:endParaRPr lang="en-US" sz="1150" dirty="0"/>
          </a:p>
        </p:txBody>
      </p:sp>
      <p:pic>
        <p:nvPicPr>
          <p:cNvPr id="9" name="Image 2" descr="/home/claude/pptx_work/shot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5166360"/>
            <a:ext cx="5577840" cy="1170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677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Savaram Chiranjeevi Venkata Shiva Ruthvik</cp:lastModifiedBy>
  <cp:revision>4</cp:revision>
  <dcterms:created xsi:type="dcterms:W3CDTF">2026-09-23T04:01:04Z</dcterms:created>
  <dcterms:modified xsi:type="dcterms:W3CDTF">2026-09-23T04:33:32Z</dcterms:modified>
</cp:coreProperties>
</file>