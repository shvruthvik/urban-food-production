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58652" autoAdjust="0"/>
  </p:normalViewPr>
  <p:slideViewPr>
    <p:cSldViewPr snapToGrid="0" snapToObjects="1">
      <p:cViewPr varScale="1">
        <p:scale>
          <a:sx n="72" d="100"/>
          <a:sy n="72" d="100"/>
        </p:scale>
        <p:origin x="42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2196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2C5F2D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97BC62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280160" y="4754880"/>
            <a:ext cx="2926080" cy="292608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x_work/icon_seedl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8421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6974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Dashboard for Urban Food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in the Kansas City Metro Area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640080" y="4800600"/>
            <a:ext cx="502920" cy="41148"/>
          </a:xfrm>
          <a:prstGeom prst="rect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4008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Chiranjeevi Venkata Shiva Ruthvik Savaram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Y247K345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286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109728" cy="109728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3716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access varies widely across the Kansas City metro area due to disparities in income, transit connectivity, and grocery availability.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182112"/>
            <a:ext cx="109728" cy="109728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29718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Determining suitable urban-agriculture sites means weighing land availability against community need — but demographic data, transit routes, and parcel boundaries live in separate datasets, at different scales, in different formats.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6263640" cy="1417320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4937760"/>
            <a:ext cx="571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suitability analysis using Multi-Criteria Decision Making (MCDM) to combine these factors into one overall score.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95160" y="155448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97BC62">
              <a:alpha val="90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223760" y="155448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data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9178" y="25146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C98A2B">
              <a:alpha val="90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367778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routes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83196" y="347472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2C5F2D">
              <a:alpha val="90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511796" y="34747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parcel boundaries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4526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scales. Different formats. Not yet comparable.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5029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Normalizing and combining these layers is the core challenge this project solves.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Kansas City Metro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148840" cy="48463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13232" y="1554480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2240280"/>
            <a:ext cx="365760" cy="32004"/>
          </a:xfrm>
          <a:prstGeom prst="rect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237744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&amp; organize data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246120"/>
            <a:ext cx="18196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Demographic, socioeconomic, health, food-access, and built-environment datasets.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371600"/>
            <a:ext cx="2148840" cy="4846320"/>
          </a:xfrm>
          <a:prstGeom prst="roundRect">
            <a:avLst>
              <a:gd name="adj" fmla="val 4255"/>
            </a:avLst>
          </a:prstGeom>
          <a:solidFill>
            <a:srgbClr val="F6F5F0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999232" y="1554480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999232" y="2240280"/>
            <a:ext cx="365760" cy="32004"/>
          </a:xfrm>
          <a:prstGeom prst="rect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999232" y="237744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data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3246120"/>
            <a:ext cx="18196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factors relevant to urban food-production suitability.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1371600"/>
            <a:ext cx="2148840" cy="48463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285232" y="1554480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285232" y="2240280"/>
            <a:ext cx="365760" cy="32004"/>
          </a:xfrm>
          <a:prstGeom prst="rect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285232" y="237744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spatial analysis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285232" y="3246120"/>
            <a:ext cx="18196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Census Tract and land parcel levels across the KC metro area.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6640" y="1371600"/>
            <a:ext cx="2148840" cy="4846320"/>
          </a:xfrm>
          <a:prstGeom prst="roundRect">
            <a:avLst>
              <a:gd name="adj" fmla="val 4255"/>
            </a:avLst>
          </a:prstGeom>
          <a:solidFill>
            <a:srgbClr val="F6F5F0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571232" y="1554480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7571232" y="2240280"/>
            <a:ext cx="365760" cy="32004"/>
          </a:xfrm>
          <a:prstGeom prst="rect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571232" y="237744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MCDM approach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3246120"/>
            <a:ext cx="18196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selected factors and calculate an overall suitability score.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92640" y="1371600"/>
            <a:ext cx="2148840" cy="48463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9857232" y="1554480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9857232" y="2240280"/>
            <a:ext cx="365760" cy="32004"/>
          </a:xfrm>
          <a:prstGeom prst="rect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9857232" y="237744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dashboard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857232" y="3246120"/>
            <a:ext cx="18196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results; let users explore factors and weighting options.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Kansas City Metro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084832" cy="1783080"/>
          </a:xfrm>
          <a:prstGeom prst="roundRect">
            <a:avLst>
              <a:gd name="adj" fmla="val 5128"/>
            </a:avLst>
          </a:prstGeom>
          <a:solidFill>
            <a:srgbClr val="F6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98448" y="1527048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x_work/icon_hom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604" y="1679204"/>
            <a:ext cx="280904" cy="280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1945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5603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density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79776" y="1325880"/>
            <a:ext cx="2084832" cy="1783080"/>
          </a:xfrm>
          <a:prstGeom prst="roundRect">
            <a:avLst>
              <a:gd name="adj" fmla="val 5128"/>
            </a:avLst>
          </a:prstGeom>
          <a:solidFill>
            <a:srgbClr val="F6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29584" y="1527048"/>
            <a:ext cx="585216" cy="585216"/>
          </a:xfrm>
          <a:prstGeom prst="ellipse">
            <a:avLst/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pptx_work/icon_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740" y="1679204"/>
            <a:ext cx="280904" cy="2809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71216" y="21945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2871216" y="25603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poverty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10912" y="1325880"/>
            <a:ext cx="2084832" cy="1783080"/>
          </a:xfrm>
          <a:prstGeom prst="roundRect">
            <a:avLst>
              <a:gd name="adj" fmla="val 5128"/>
            </a:avLst>
          </a:prstGeom>
          <a:solidFill>
            <a:srgbClr val="F6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760720" y="1527048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pptx_work/icon_heartbea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876" y="1679204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02352" y="21945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5102352" y="25603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indicators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242048" y="1325880"/>
            <a:ext cx="2084832" cy="1783080"/>
          </a:xfrm>
          <a:prstGeom prst="roundRect">
            <a:avLst>
              <a:gd name="adj" fmla="val 5128"/>
            </a:avLst>
          </a:prstGeom>
          <a:solidFill>
            <a:srgbClr val="F6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991856" y="1527048"/>
            <a:ext cx="585216" cy="585216"/>
          </a:xfrm>
          <a:prstGeom prst="ellipse">
            <a:avLst/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pptx_work/icon_bask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4012" y="1679204"/>
            <a:ext cx="280904" cy="2809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33488" y="21945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Access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7333488" y="25603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/ transit access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473184" y="1325880"/>
            <a:ext cx="2084832" cy="1783080"/>
          </a:xfrm>
          <a:prstGeom prst="roundRect">
            <a:avLst>
              <a:gd name="adj" fmla="val 5128"/>
            </a:avLst>
          </a:prstGeom>
          <a:solidFill>
            <a:srgbClr val="F6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0222992" y="1527048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home/claude/pptx_work/icon_cit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5148" y="1679204"/>
            <a:ext cx="280904" cy="28090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564624" y="21945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Environment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9564624" y="25603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Vacant land availability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48640" y="33375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 txBox="1"/>
          <p:nvPr/>
        </p:nvSpPr>
        <p:spPr>
          <a:xfrm>
            <a:off x="731520" y="34747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TRACT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731520" y="37947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demographic &amp; socioeconomic analysis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4206240" y="33375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 txBox="1"/>
          <p:nvPr/>
        </p:nvSpPr>
        <p:spPr>
          <a:xfrm>
            <a:off x="4389120" y="34747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PARCEL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4389120" y="37947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suitability — ORKA (KS) &amp; KCMO Parcel Viewer (MO)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7863840" y="3337560"/>
            <a:ext cx="3794760" cy="1371600"/>
          </a:xfrm>
          <a:prstGeom prst="roundRect">
            <a:avLst>
              <a:gd name="adj" fmla="val 6667"/>
            </a:avLst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 txBox="1"/>
          <p:nvPr/>
        </p:nvSpPr>
        <p:spPr>
          <a:xfrm>
            <a:off x="8046720" y="3474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8046720" y="37947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/ ArcGIS Online for analysis &amp; dashboard; Python or R for data prep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548640" y="493776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C98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777240" y="5120640"/>
            <a:ext cx="640080" cy="64008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5" descr="/home/claude/pptx_work/icon_databas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61" y="5287061"/>
            <a:ext cx="307238" cy="307238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600200" y="50292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status: dataset acquisition is in progress — this proposal outlines the planned variables and analysis approach.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Kansas City Metro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691640"/>
            <a:ext cx="2331720" cy="3246120"/>
          </a:xfrm>
          <a:prstGeom prst="roundRect">
            <a:avLst>
              <a:gd name="adj" fmla="val 4706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40180" y="2011680"/>
            <a:ext cx="822960" cy="82296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ptx_work/icon_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150" y="22256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0175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 &amp;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8404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datasets,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normalize variables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468880" y="1371600"/>
            <a:ext cx="502920" cy="50292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4688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063240" y="299466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3520440" y="1691640"/>
            <a:ext cx="2331720" cy="3246120"/>
          </a:xfrm>
          <a:prstGeom prst="roundRect">
            <a:avLst>
              <a:gd name="adj" fmla="val 4706"/>
            </a:avLst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74820" y="2011680"/>
            <a:ext cx="822960" cy="82296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pptx_work/icon_sitem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790" y="222565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57600" y="30175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703320" y="38404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relative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of criteria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303520" y="1371600"/>
            <a:ext cx="502920" cy="50292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53035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5897880" y="299466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5"/>
          <p:cNvSpPr/>
          <p:nvPr/>
        </p:nvSpPr>
        <p:spPr>
          <a:xfrm>
            <a:off x="6355080" y="1691640"/>
            <a:ext cx="2331720" cy="3246120"/>
          </a:xfrm>
          <a:prstGeom prst="roundRect">
            <a:avLst>
              <a:gd name="adj" fmla="val 4706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109460" y="2011680"/>
            <a:ext cx="822960" cy="82296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/home/claude/pptx_work/icon_bulls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430" y="2225650"/>
            <a:ext cx="395021" cy="39502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492240" y="30175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MCDM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Score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537960" y="38404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weighted factors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suitability scores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138160" y="1371600"/>
            <a:ext cx="502920" cy="50292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81381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8732520" y="299466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7" name="Shape 22"/>
          <p:cNvSpPr/>
          <p:nvPr/>
        </p:nvSpPr>
        <p:spPr>
          <a:xfrm>
            <a:off x="9189720" y="1691640"/>
            <a:ext cx="2331720" cy="3246120"/>
          </a:xfrm>
          <a:prstGeom prst="roundRect">
            <a:avLst>
              <a:gd name="adj" fmla="val 4706"/>
            </a:avLst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9944100" y="2011680"/>
            <a:ext cx="822960" cy="82296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/home/claude/pptx_work/icon_ch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070" y="2225650"/>
            <a:ext cx="395021" cy="395021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326880" y="30175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9372600" y="38404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Online dashboard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exploration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10972800" y="1371600"/>
            <a:ext cx="502920" cy="50292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109728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685800" y="5166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factors are combined to identify areas with higher potential suitability for urban food production.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Kansas City Metro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28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decision dashboard for urban food production in the Kansas City metro area, combining demographic, socioeconomic, health, food-access, and built-environment factors.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6F5F0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94460" y="265176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ptx_work/icon_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430" y="2865730"/>
            <a:ext cx="395021" cy="3950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Scores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2976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potential urban food-production locations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233172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091940" y="2651760"/>
            <a:ext cx="822960" cy="822960"/>
          </a:xfrm>
          <a:prstGeom prst="ellipse">
            <a:avLst/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pptx_work/icon_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910" y="286573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83280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Visuals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42976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to compare different areas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43600" y="233172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6F5F0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789420" y="265176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pptx_work/icon_site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3390" y="286573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080760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Exploration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6126480" y="42976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individual factors driving results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641080" y="233172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486900" y="2651760"/>
            <a:ext cx="822960" cy="822960"/>
          </a:xfrm>
          <a:prstGeom prst="ellipse">
            <a:avLst/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pptx_work/icon_projec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0870" y="2865730"/>
            <a:ext cx="395021" cy="39502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778240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Weighting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8823960" y="42976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changing criteria weights affects scores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Kansas City Metro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Goals &amp; Project Status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035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4944" y="176479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94944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45920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exploratory data analysis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6035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4944" y="2514600"/>
            <a:ext cx="384048" cy="384048"/>
          </a:xfrm>
          <a:prstGeom prst="ellipse">
            <a:avLst/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94944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39572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analysis across multiple geographic scales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45536"/>
            <a:ext cx="6035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94944" y="3264408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94944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145536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Multi-Criteria Decision Making (MCDM) &amp; AHP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6035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4944" y="4014216"/>
            <a:ext cx="384048" cy="384048"/>
          </a:xfrm>
          <a:prstGeom prst="ellipse">
            <a:avLst/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94944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89534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development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736592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also expect to improve my understanding of how different datasets can be combined to support real-world decision-making.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03720" y="1234440"/>
            <a:ext cx="4480560" cy="4480560"/>
          </a:xfrm>
          <a:prstGeom prst="roundRect">
            <a:avLst>
              <a:gd name="adj" fmla="val 2449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223760" y="1508760"/>
            <a:ext cx="685800" cy="6858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0" descr="/home/claude/pptx_work/icon_hourgl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068" y="1687068"/>
            <a:ext cx="329184" cy="329184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09244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22376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&amp; methodology finalized. Dataset acquisition is the immediate next step — analysis hasn't started on real data yet.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223760" y="3520440"/>
            <a:ext cx="365760" cy="36576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722376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726680" y="350215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&amp; organize GIS data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223760" y="4023360"/>
            <a:ext cx="365760" cy="365760"/>
          </a:xfrm>
          <a:prstGeom prst="ellipse">
            <a:avLst/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722376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726680" y="400507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7223760" y="4526280"/>
            <a:ext cx="365760" cy="365760"/>
          </a:xfrm>
          <a:prstGeom prst="ellipse">
            <a:avLst/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722376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726680" y="450799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 weighting &amp; MCDM scoring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7223760" y="5029200"/>
            <a:ext cx="365760" cy="365760"/>
          </a:xfrm>
          <a:prstGeom prst="ellipse">
            <a:avLst/>
          </a:prstGeom>
          <a:solidFill>
            <a:srgbClr val="6E9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722376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7726680" y="501091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ArcGIS Online dashboard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Kansas City Metro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4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2C5F2D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2926080" cy="292608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94960" y="1554480"/>
            <a:ext cx="1097280" cy="109728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ptx_work/icon_comme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253" y="1839773"/>
            <a:ext cx="526694" cy="5266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880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Chiranjeevi Venkata Shiva Ruthvik Savaram  |  Y247K345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602</Words>
  <Application>Microsoft Office PowerPoint</Application>
  <PresentationFormat>Widescreen</PresentationFormat>
  <Paragraphs>127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Savaram Chiranjeevi Venkata Shiva Ruthvik</cp:lastModifiedBy>
  <cp:revision>3</cp:revision>
  <dcterms:created xsi:type="dcterms:W3CDTF">2026-09-07T22:43:39Z</dcterms:created>
  <dcterms:modified xsi:type="dcterms:W3CDTF">2026-09-17T12:46:16Z</dcterms:modified>
</cp:coreProperties>
</file>