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43" autoAdjust="0"/>
  </p:normalViewPr>
  <p:slideViewPr>
    <p:cSldViewPr snapToGrid="0" snapToObjects="1">
      <p:cViewPr varScale="1">
        <p:scale>
          <a:sx n="70" d="100"/>
          <a:sy n="70" d="100"/>
        </p:scale>
        <p:origin x="504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8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https://www.whitehouse.gov/wp-content/uploads/2023/07/OMB-Bulletin-23-01.pdf – 14 counties(page 58) 28140 is code ID used for finding the section in the link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https://en.wikipedia.org/wiki/List_of_counties_in_Kansas – used for FIPS codes, Kansas state prefix = 20</a:t>
            </a:r>
          </a:p>
          <a:p>
            <a:r>
              <a:rPr lang="en-US" dirty="0"/>
              <a:t>https://en.wikipedia.org/wiki/List_of_counties_in_Missouri  - used for FIPS codes, Missouri state prefix = 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Obesity, diabetes, high blood pressure, arthritis, asthma, healthcare access, cancer screenings, smoking, mental health etc. . The full list has 40+ columns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Dashboard for Urban Food Production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Progress Update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Chiranjeevi Venkata Shiva Ruthvik Savaram, Y247K345, 9/30/2026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Week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CDC PLACES datasets from professor — Completed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structure, size, and data types of all 4 files — Completed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across datasets — Completed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55080" y="160020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Kansas City metro filter (14 counties, per OMB Bulletin No. 23-01) to the dataset — Completed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health variable shortlist against the reference document: Obesity, Diabetes, High Blood Pressure — Completed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Demographic &amp; Socioeconomic data (Census ACS) as the next category to pursue — Not Started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Weekly Progress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Kansas City Metro Filter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counties (Missouri: 9 counties, Kansas: 5 counties)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6035040" cy="37719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Jackson,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Johnson, 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Wyandotte, 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Clay,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Cass,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Platte,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Leavenworth, 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Miami, 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Lafayette,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Bates,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Ray,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Clinton,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Caldwell,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Linn, 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1737360"/>
            <a:ext cx="6035040" cy="24688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74650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0" y="17465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178040" y="1737360"/>
            <a:ext cx="4526280" cy="4160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78040" y="192024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516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7178040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tracts in the KC metro area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52360" y="3840480"/>
            <a:ext cx="3977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counties confirmed present in the filtered dataset.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5989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72,337 tracts nationwide in the CDC PLACES tract file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Weekly Progress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Variable Shortlist — Confirmed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the project reference document (Education &amp; Health category, CDC PLACES source)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0116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(of 516 tracts)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OBESITY_CrudePrev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Crude prevalence of obesity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DIABETES_CrudePrev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Crude prevalence of diagnosed diabetes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BPHIGH_CrudePrev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Crude prevalence of high blood pressure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645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29000" y="16459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1832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11247120" cy="16459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only three health measures selected as they are more common health conditions — not the full CDC PLACES health-measure list (which also includes healthcare access, screenings, and others we are not using). All three are fully populated across the 516-tract KC metro subset, so no missing-value handling is needed for this category.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Weekly Progress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Variable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criteria categories named in the reference document, and where each stands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077914"/>
              </p:ext>
            </p:extLst>
          </p:nvPr>
        </p:nvGraphicFramePr>
        <p:xfrm>
          <a:off x="457200" y="1600200"/>
          <a:ext cx="11247120" cy="3886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Variables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&amp; Health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below HS graduation; Obesity, Diabetes, High Blood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 ACS + CDC PLACES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measures confirmed (3/3); education variable 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&amp; Socioeconomic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Pop. density, % Black/Hispanic, % foreign-born, % 65+, % no vehicle, % renter-occupied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 Decennial / ACS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income, median rent/home value, % poverty, % SNAP, employment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 ACS, USDA ERS, BLS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Environment /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food store, % transit access, % vacant land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ArcGIS + parcel data (ORKA/KCMO)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502920" y="1627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926080" y="16276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Variables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223760" y="1627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692640" y="16276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work confirmed the health measures. Next step is to confirm the approach for the Demographic &amp; Socioeconomic category before sourcing ACS data.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Weekly Progress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 Plans (10/7/2026)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Activities/Tasks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Find the right Census ACS data for demographic and socioeconomic variables</a:t>
            </a:r>
          </a:p>
          <a:p>
            <a:pPr lvl="0"/>
            <a:r>
              <a:rPr lang="en-US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Select and collect the needed ACS variables for the KC metro tracts </a:t>
            </a:r>
          </a:p>
          <a:p>
            <a:pPr lvl="0"/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Add the ACS data to the current health dataset</a:t>
            </a:r>
          </a:p>
        </p:txBody>
      </p:sp>
      <p:sp>
        <p:nvSpPr>
          <p:cNvPr id="5" name="Text 3"/>
          <p:cNvSpPr/>
          <p:nvPr/>
        </p:nvSpPr>
        <p:spPr>
          <a:xfrm>
            <a:off x="502920" y="295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439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Selected ACS variables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ACS data for the 516 KC metro tracts </a:t>
            </a:r>
          </a:p>
          <a:p>
            <a:pPr lvl="0"/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Updated dataset combining health and demographic/socioeconomic data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4775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191760"/>
            <a:ext cx="10972800" cy="71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Updated KC metro dataset with the initial Demographic &amp; Socioeconomic variables</a:t>
            </a:r>
          </a:p>
          <a:p>
            <a:pPr lvl="0"/>
            <a:r>
              <a:rPr lang="en-US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Progress presentation</a:t>
            </a:r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Weekly Progress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E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KC Metro Filter Code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Weekly Progress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91B025-442A-60A6-936B-3E27548EC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17" y="960120"/>
            <a:ext cx="5313425" cy="42086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966620-1687-F51B-D123-F6F0E87E5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16" y="5321090"/>
            <a:ext cx="5313425" cy="10645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BC09CE-92D4-DC81-8E6C-AEA6AAA22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576" y="960120"/>
            <a:ext cx="5313425" cy="5425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790</Words>
  <Application>Microsoft Office PowerPoint</Application>
  <PresentationFormat>Custom</PresentationFormat>
  <Paragraphs>135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Savaram Chiranjeevi Venkata Shiva Ruthvik</cp:lastModifiedBy>
  <cp:revision>6</cp:revision>
  <dcterms:created xsi:type="dcterms:W3CDTF">2026-09-30T00:22:19Z</dcterms:created>
  <dcterms:modified xsi:type="dcterms:W3CDTF">2026-09-30T15:35:54Z</dcterms:modified>
</cp:coreProperties>
</file>