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57832" autoAdjust="0"/>
  </p:normalViewPr>
  <p:slideViewPr>
    <p:cSldViewPr snapToGrid="0" snapToObjects="1">
      <p:cViewPr varScale="1">
        <p:scale>
          <a:sx n="72" d="100"/>
          <a:sy n="72" d="100"/>
        </p:scale>
        <p:origin x="42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45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C5F2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97BC62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4754880"/>
            <a:ext cx="2926080" cy="292608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_work/icon_proj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UPDATE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974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New: Scenario Impact &amp;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Stability Analysis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640080" y="4709160"/>
            <a:ext cx="502920" cy="41148"/>
          </a:xfrm>
          <a:prstGeom prst="rect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4008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added analytical step beyond the original proposal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Chiranjeevi Venkata Shiva Ruthvik Savaram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Y247K345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5900" y="1965960"/>
            <a:ext cx="731520" cy="7315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_work/icon_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095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Demographic, socioeconomic,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food-access, built-env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27432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520440" y="169164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20540" y="1965960"/>
            <a:ext cx="731520" cy="7315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pptx_work/icon_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735" y="21561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Weighting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3383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relative importance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each criterion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897880" y="27432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355080" y="169164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55180" y="1965960"/>
            <a:ext cx="731520" cy="7315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pptx_work/icon_bulls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375" y="215615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 Score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537960" y="3383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into one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score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732520" y="27432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189720" y="169164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989820" y="1965960"/>
            <a:ext cx="731520" cy="7315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pptx_work/icon_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015" y="215615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688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372600" y="3383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ArcGIS Online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with adjustable weights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85800" y="4892040"/>
            <a:ext cx="10789920" cy="1188720"/>
          </a:xfrm>
          <a:prstGeom prst="roundRect">
            <a:avLst>
              <a:gd name="adj" fmla="val 7692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960120" y="50292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pipeline from the original proposal, unchanged. The new piece builds on top of it, starting from the next slide.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Project Update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the 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additional step added to the original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130552"/>
            <a:ext cx="640080" cy="64008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_work/icon_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21" y="2296973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404872" y="2743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697480" y="187452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0" y="2130552"/>
            <a:ext cx="640080" cy="64008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pptx_work/icon_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261" y="229697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743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4846320" y="187452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440680" y="2130552"/>
            <a:ext cx="640080" cy="64008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pptx_work/icon_bulls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101" y="229697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3776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702552" y="2743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6995160" y="187452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589520" y="2130552"/>
            <a:ext cx="640080" cy="64008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pptx_work/icon_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5941" y="229697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851392" y="2743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9144000" y="1709928"/>
            <a:ext cx="2286000" cy="2615184"/>
          </a:xfrm>
          <a:prstGeom prst="roundRect">
            <a:avLst>
              <a:gd name="adj" fmla="val 4000"/>
            </a:avLst>
          </a:prstGeom>
          <a:solidFill>
            <a:srgbClr val="C98A2B"/>
          </a:solidFill>
          <a:ln w="25400">
            <a:solidFill>
              <a:srgbClr val="1E422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966960" y="1965960"/>
            <a:ext cx="640080" cy="640080"/>
          </a:xfrm>
          <a:prstGeom prst="ellipse">
            <a:avLst/>
          </a:prstGeom>
          <a:solidFill>
            <a:srgbClr val="1E4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pptx_work/icon_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381" y="213238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3544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470916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86868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pipeline stops at one score. This adds a step that runs that same scoring process under a few defined weighting scenarios, so the output also shows how stable each result is across those weighting assumptions.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Project Update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Addition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6F5F0"/>
          </a:solidFill>
          <a:ln w="1905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Impact &amp; Priority Stability Analysis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computing one suitability score, compute it under three realistic weighting scenarios — then measure how much the results actually move.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324612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96312" y="3474720"/>
            <a:ext cx="768096" cy="768096"/>
          </a:xfrm>
          <a:prstGeom prst="ellipse">
            <a:avLst/>
          </a:prstGeom>
          <a:solidFill>
            <a:srgbClr val="1E4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pptx_work/icon_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017" y="3674425"/>
            <a:ext cx="368686" cy="3686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4937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AHP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as planned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92040" y="324612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53912" y="3474720"/>
            <a:ext cx="768096" cy="768096"/>
          </a:xfrm>
          <a:prstGeom prst="ellipse">
            <a:avLst/>
          </a:prstGeom>
          <a:solidFill>
            <a:srgbClr val="1E4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pptx_work/icon_bask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617" y="3674425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2920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Access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074920" y="4937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Food-access variables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higher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549640" y="324612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811512" y="3474720"/>
            <a:ext cx="768096" cy="768096"/>
          </a:xfrm>
          <a:prstGeom prst="ellipse">
            <a:avLst/>
          </a:prstGeom>
          <a:solidFill>
            <a:srgbClr val="1E4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pptx_work/icon_heartb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1217" y="3674425"/>
            <a:ext cx="368686" cy="36868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68680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732520" y="4937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indicators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higher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weights are adjusted per scenario and renormalized so they still sum to 1.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Project Update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Measured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79092" y="1737360"/>
            <a:ext cx="768096" cy="76809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_work/icon_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797" y="1937065"/>
            <a:ext cx="368686" cy="3686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Change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3375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score minus baseline score, for each location in the final analysis.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14173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36692" y="1737360"/>
            <a:ext cx="768096" cy="768096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pptx_work/icon_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397" y="1937065"/>
            <a:ext cx="368686" cy="3686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Change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33375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location move up or down the priority order between scenarios?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863840" y="14173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194292" y="1737360"/>
            <a:ext cx="768096" cy="76809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pptx_work/icon_bulls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3997" y="1937065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0100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Stability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092440" y="33375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area stay “High Priority” across all scenarios, or only under one?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93776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86868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decision-makers additional information beyond a single suitability score: whether priority areas remain stable under the weighting scenarios tested.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Project Update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Example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 numbers — not real data)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73736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1508760"/>
            <a:ext cx="1920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3774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1920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29768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Access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173736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1792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1508760"/>
            <a:ext cx="32918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057400"/>
            <a:ext cx="173736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 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377440" y="2057400"/>
            <a:ext cx="192024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37744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2057400"/>
            <a:ext cx="192024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29768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057400"/>
            <a:ext cx="173736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21792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55280" y="2057400"/>
            <a:ext cx="329184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0" y="2057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Sensitive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26060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008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 B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377440" y="2606040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37744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297680" y="2606040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29768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17920" y="2606040"/>
            <a:ext cx="1737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21792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955280" y="260604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95528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High Priority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3154680"/>
            <a:ext cx="173736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4008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 C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377440" y="3154680"/>
            <a:ext cx="192024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2377440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297680" y="3154680"/>
            <a:ext cx="192024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297680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217920" y="3154680"/>
            <a:ext cx="173736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21792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955280" y="3154680"/>
            <a:ext cx="3291840" cy="548640"/>
          </a:xfrm>
          <a:prstGeom prst="rect">
            <a:avLst/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7955280" y="3154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Sensitive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4023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 B is classified as Stable High Priority — high under all three tested scenarios. Tracts A and C are Scenario Sensitive — their priority changes depending on the weighting assumptions.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Project Update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44752"/>
            <a:ext cx="109728" cy="109728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2344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additional analytical step beyond the original requirements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87752"/>
            <a:ext cx="109728" cy="109728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decision-makers a stability signal, not just a raw score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30752"/>
            <a:ext cx="109728" cy="109728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areas that remain high priority across tested scenarios from areas sensitive to the weighting assumptions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137160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TOOLS REQUIRED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2130552"/>
            <a:ext cx="109728" cy="109728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086600" y="1920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(pandas) scoring logic — just run 3x with different weights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3044952"/>
            <a:ext cx="109728" cy="109728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086600" y="28346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ArcGIS Online dashboard — one added comparison table/chart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3959352"/>
            <a:ext cx="109728" cy="109728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086600" y="3749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library, no new dataset, no new software to learn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4892040"/>
            <a:ext cx="4480560" cy="18288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766560" y="5120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impact: none — this slots in right after the existing MCDM scoring step.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Project Update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&amp; Project Status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" y="176479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94944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4592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exploratory data 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2514600"/>
            <a:ext cx="384048" cy="384048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94944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39572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 across multiple geographic scales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4944" y="326440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4944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14553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Decision Making (MCDM) &amp; AHP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" y="4014216"/>
            <a:ext cx="384048" cy="384048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94944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89534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development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3659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also expect to improve my understanding of how different datasets can be combined to support real-world decision-making.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03720" y="123444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23760" y="1508760"/>
            <a:ext cx="685800" cy="6858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/home/claude/pptx_work/icon_hourgl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068" y="1687068"/>
            <a:ext cx="329184" cy="32918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09244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methodology finalized. Dataset acquisition is the immediate next step — analysis hasn't started on real data yet.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223760" y="3520440"/>
            <a:ext cx="365760" cy="36576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72237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726680" y="35021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&amp; organize GIS data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223760" y="4023360"/>
            <a:ext cx="365760" cy="365760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2237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726680" y="400507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223760" y="4526280"/>
            <a:ext cx="365760" cy="365760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22376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726680" y="450799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weighting &amp; MCDM scoring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223760" y="5029200"/>
            <a:ext cx="365760" cy="365760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722376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726680" y="501091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ArcGIS Online dashboard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Kansas City Metro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C5F2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2926080" cy="292608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0" y="1554480"/>
            <a:ext cx="1097280" cy="109728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_work/icon_comm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253" y="183977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Chiranjeevi Venkata Shiva Ruthvik Savaram  |  Y247K345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Microsoft Office PowerPoint</Application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Savaram Chiranjeevi Venkata Shiva Ruthvik</cp:lastModifiedBy>
  <cp:revision>3</cp:revision>
  <dcterms:created xsi:type="dcterms:W3CDTF">2026-09-15T22:09:15Z</dcterms:created>
  <dcterms:modified xsi:type="dcterms:W3CDTF">2026-09-17T12:45:00Z</dcterms:modified>
</cp:coreProperties>
</file>